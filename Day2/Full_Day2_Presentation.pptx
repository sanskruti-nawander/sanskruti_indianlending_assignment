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34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5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57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00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8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80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1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57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5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29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24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97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36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99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42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407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69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17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Indian Lending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Text-to-SQL • Portfolio • AI • Enhancements</a:t>
            </a:r>
            <a:endParaRPr lang="en-IN" dirty="0"/>
          </a:p>
          <a:p>
            <a:endParaRPr lang="en-IN" dirty="0"/>
          </a:p>
          <a:p>
            <a:r>
              <a:rPr lang="en-IN" sz="2000" dirty="0"/>
              <a:t>SANSKRUTI NAWANDER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Lending Database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/>
            </a:pPr>
            <a:r>
              <a:t>• Branches, Borrowers, Loans, Payments, Legal Actions</a:t>
            </a:r>
          </a:p>
          <a:p>
            <a:pPr lvl="1">
              <a:defRPr sz="2000"/>
            </a:pPr>
            <a:r>
              <a:t>• Indian lending logic: DPD, SMA, NPA, CIBIL</a:t>
            </a:r>
          </a:p>
          <a:p>
            <a:pPr lvl="1">
              <a:defRPr sz="2000"/>
            </a:pPr>
            <a:r>
              <a:t>• Supports collections, portfolio, risk,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8931" y="4580795"/>
            <a:ext cx="3017364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 dirty="0"/>
          </a:p>
          <a:p>
            <a:pPr algn="ctr"/>
            <a:r>
              <a:rPr sz="1800" b="1" dirty="0"/>
              <a:t>Borrower → Loan → Payment</a:t>
            </a:r>
          </a:p>
          <a:p>
            <a:pPr algn="ctr"/>
            <a:r>
              <a:rPr sz="1800" b="1" dirty="0"/>
              <a:t>        ↓          ↓</a:t>
            </a:r>
          </a:p>
          <a:p>
            <a:pPr algn="ctr"/>
            <a:r>
              <a:rPr sz="1800" b="1" dirty="0"/>
              <a:t>     CIBIL      DPD/SMA/NPA</a:t>
            </a:r>
          </a:p>
          <a:p>
            <a:pPr algn="ctr"/>
            <a:r>
              <a:rPr sz="1800" b="1" dirty="0"/>
              <a:t>        ↓          ↓</a:t>
            </a:r>
          </a:p>
          <a:p>
            <a:pPr algn="ctr"/>
            <a:r>
              <a:rPr sz="1800" b="1" dirty="0"/>
              <a:t>Branch → Portfolio Exposure</a:t>
            </a:r>
          </a:p>
          <a:p>
            <a:pPr algn="ctr"/>
            <a:endParaRPr sz="1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Results &amp; Portfolio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/>
            </a:pPr>
            <a:r>
              <a:t>• 15 SQL tests across Portfolio, Collections, Risk, Compliance</a:t>
            </a:r>
          </a:p>
          <a:p>
            <a:pPr lvl="1">
              <a:defRPr sz="2000"/>
            </a:pPr>
            <a:r>
              <a:t>• High exposure in PL + Gold portfolios</a:t>
            </a:r>
          </a:p>
          <a:p>
            <a:pPr lvl="1">
              <a:defRPr sz="2000"/>
            </a:pPr>
            <a:r>
              <a:t>• SMA-2 &amp; NPA segments show early stress</a:t>
            </a:r>
          </a:p>
          <a:p>
            <a:pPr lvl="1">
              <a:defRPr sz="2000"/>
            </a:pPr>
            <a:r>
              <a:t>• Agent performance skewed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4358" y="4929027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800" b="1" dirty="0"/>
              <a:t>Portfolio Funnel:</a:t>
            </a:r>
          </a:p>
          <a:p>
            <a:r>
              <a:rPr sz="1800" b="1" dirty="0"/>
              <a:t>Total Loans → Active → Delinquent → SMA → NPA</a:t>
            </a:r>
          </a:p>
          <a:p>
            <a:endParaRPr sz="1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Analysis – Architecture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/>
            </a:pPr>
            <a:r>
              <a:t>Strengths: Indian lending logic, schema-aware prompting, domain examples</a:t>
            </a:r>
          </a:p>
          <a:p>
            <a:pPr lvl="1">
              <a:defRPr sz="2000"/>
            </a:pPr>
            <a:r>
              <a:t>Weaknesses: no SQL safety, no Hinglish support, no RBI export</a:t>
            </a:r>
          </a:p>
          <a:p>
            <a:pPr lvl="1">
              <a:defRPr sz="2000"/>
            </a:pPr>
            <a:r>
              <a:t>Azure OpenAI intended in architecture (not implemented in code)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627" y="5219272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800" b="1" dirty="0"/>
              <a:t>User Query → Prompt Builder → LLM (Azure) → SQL → SQLite DB → Results</a:t>
            </a:r>
          </a:p>
          <a:p>
            <a:endParaRPr sz="1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Enhancement Demo – Early Warning Score (EWS)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defRPr sz="2000"/>
            </a:pPr>
            <a:r>
              <a:rPr dirty="0"/>
              <a:t>• EWS predicts borrower risk (0–100)</a:t>
            </a:r>
          </a:p>
          <a:p>
            <a:pPr lvl="1">
              <a:defRPr sz="2000"/>
            </a:pPr>
            <a:r>
              <a:rPr dirty="0"/>
              <a:t>• Inputs: DPD, CIBIL, Outstanding, Bounce History</a:t>
            </a:r>
          </a:p>
          <a:p>
            <a:pPr lvl="1">
              <a:defRPr sz="2000"/>
            </a:pPr>
            <a:r>
              <a:rPr dirty="0"/>
              <a:t>• Helps field teams prioritize visits &amp;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2789" y="4478053"/>
            <a:ext cx="4538422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 dirty="0"/>
          </a:p>
          <a:p>
            <a:r>
              <a:rPr sz="1800" b="1" dirty="0"/>
              <a:t>  Inputs: DPD + CIBIL + Outstanding + Bounces</a:t>
            </a:r>
          </a:p>
          <a:p>
            <a:r>
              <a:rPr sz="1800" b="1" dirty="0"/>
              <a:t>                 ↓</a:t>
            </a:r>
          </a:p>
          <a:p>
            <a:r>
              <a:rPr sz="1800" b="1" dirty="0"/>
              <a:t>         EWS Model (0–100)</a:t>
            </a:r>
          </a:p>
          <a:p>
            <a:r>
              <a:rPr sz="1800" b="1" dirty="0"/>
              <a:t>                 ↓</a:t>
            </a:r>
          </a:p>
          <a:p>
            <a:r>
              <a:rPr sz="1800" b="1" dirty="0"/>
              <a:t>Priority: Low ← Medium → High</a:t>
            </a:r>
          </a:p>
          <a:p>
            <a:endParaRPr sz="1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for Indian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/>
            </a:pPr>
            <a:r>
              <a:t>• Faster collections and prioritization</a:t>
            </a:r>
          </a:p>
          <a:p>
            <a:pPr lvl="1">
              <a:defRPr sz="2000"/>
            </a:pPr>
            <a:r>
              <a:t>• Improved branch-level visibility</a:t>
            </a:r>
          </a:p>
          <a:p>
            <a:pPr lvl="1">
              <a:defRPr sz="2000"/>
            </a:pPr>
            <a:r>
              <a:t>• Better compliance &amp; legal monitoring</a:t>
            </a:r>
          </a:p>
          <a:p>
            <a:pPr lvl="1">
              <a:defRPr sz="2000"/>
            </a:pPr>
            <a:r>
              <a:t>• Reduced manual MIS dependency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4067" y="4343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800" b="1" dirty="0"/>
              <a:t>DPD Check → Outstanding → Communication Log → Action:</a:t>
            </a:r>
          </a:p>
          <a:p>
            <a:r>
              <a:rPr sz="1800" b="1" dirty="0"/>
              <a:t>Call</a:t>
            </a:r>
            <a:r>
              <a:rPr lang="en-IN" sz="1800" b="1" dirty="0"/>
              <a:t> </a:t>
            </a:r>
            <a:r>
              <a:rPr sz="1800" b="1" dirty="0"/>
              <a:t>/ Visit / Legal</a:t>
            </a:r>
          </a:p>
          <a:p>
            <a:endParaRPr sz="1800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</TotalTime>
  <Words>281</Words>
  <Application>Microsoft Office PowerPoint</Application>
  <PresentationFormat>On-screen Show (4:3)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Indian Lending Operations</vt:lpstr>
      <vt:lpstr>Indian Lending Database Overview</vt:lpstr>
      <vt:lpstr>Testing Results &amp; Portfolio Insights</vt:lpstr>
      <vt:lpstr>Code Analysis – Architecture &amp; Findings</vt:lpstr>
      <vt:lpstr>Enhancement Demo – Early Warning Score (EWS)</vt:lpstr>
      <vt:lpstr>Business Impact for Indian Market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Lending Operations</dc:title>
  <dc:subject/>
  <dc:creator>Sanskruti</dc:creator>
  <cp:keywords/>
  <dc:description>generated using python-pptx</dc:description>
  <cp:lastModifiedBy>Sanskruti</cp:lastModifiedBy>
  <cp:revision>3</cp:revision>
  <dcterms:created xsi:type="dcterms:W3CDTF">2013-01-27T09:14:16Z</dcterms:created>
  <dcterms:modified xsi:type="dcterms:W3CDTF">2025-12-10T07:08:56Z</dcterms:modified>
  <cp:category/>
</cp:coreProperties>
</file>